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064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140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08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063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460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917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221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529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907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207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332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818413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0049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711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605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5224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081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C24FA54-30F0-49AA-A0F2-55E1A7CF090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D7B489C-F7B3-408E-B280-372C30A3F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686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1F5AD-E412-B6B0-D13D-22BDAD2740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4978" y="669956"/>
            <a:ext cx="11479793" cy="1416933"/>
          </a:xfrm>
        </p:spPr>
        <p:txBody>
          <a:bodyPr>
            <a:no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sr-Latn-R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AMETNI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PRAĆENJE I OPTIMIZACIJU BUDŽETA</a:t>
            </a:r>
            <a:endParaRPr lang="en-US" sz="4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B4388D-F3E2-609F-9F36-578A15B488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2452472"/>
            <a:ext cx="12192000" cy="4256146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Predmet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Inteligentni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Prezentacija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projekta</a:t>
            </a:r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Studenti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Mentor: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Bojan Miti</a:t>
            </a:r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ć, br.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indeksa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1918</a:t>
            </a:r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Prof. dr. Leonid V. Stoimenov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Vukašin Popović, br. indeksa: 1927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Niš, januar 2026. Godina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987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58CCB-CAEC-803D-DD7B-412405A31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05624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SADRŽAJ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FB8A4-89E6-18C5-5401-3EEAD95A2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993" y="701864"/>
            <a:ext cx="10353762" cy="6065601"/>
          </a:xfrm>
        </p:spPr>
        <p:txBody>
          <a:bodyPr>
            <a:noAutofit/>
          </a:bodyPr>
          <a:lstStyle/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Naslovni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slajd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sr-Latn-R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Sadržaj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Motivacija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problem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Opis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rešenja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Tehnologije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arhitektura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Korisnički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interfejs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(UI)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Simulacija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Multi-model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Simulacija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Single-model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Rolling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predikcije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Statistička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evaluacija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Ograničenja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budući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</a:t>
            </a:r>
            <a:endParaRPr lang="sr-Latn-R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sr-Latn-R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Zaključak</a:t>
            </a:r>
          </a:p>
          <a:p>
            <a:pPr marL="494100" indent="-457200">
              <a:buFont typeface="+mj-lt"/>
              <a:buAutoNum type="arabicPeriod"/>
            </a:pPr>
            <a:r>
              <a:rPr lang="sr-Latn-R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Literatura i izvori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917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C4F0A-F475-E9F8-8BB6-176E5E745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5923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OTIVACIJA I PROBLEM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5B3B2-243C-A050-8124-274C0B0D9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999149"/>
            <a:ext cx="10353762" cy="4389382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Zašto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teško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planirati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dnevne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troškove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Potreba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automatizovanom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predikcijom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Precizno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predviđanje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prihvatljiv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stepen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greške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4465EC-1E56-3EDB-39F0-052B294FB8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300" y="4635360"/>
            <a:ext cx="4076700" cy="2222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673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BF2AE-4338-FAB4-A283-67575A1FE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84850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OPIS REŠENJA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E52E-84AA-BDF6-9C55-75185255E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22734"/>
            <a:ext cx="10353762" cy="4058751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predikcija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troškova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više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(low, mid, high)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Vizuelni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predikcija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grešaka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989EBA-F0E8-1984-008D-D82490FFDA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0676" y="3761824"/>
            <a:ext cx="4801270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331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81EFE-AD49-9F6C-1F14-CCE198504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46742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TEHNOLOGIJE I ARHITEKTURA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0EB6A-E7E4-6C5A-C8F0-42A20F229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93564"/>
            <a:ext cx="10353762" cy="478971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Python, TensorFlow/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Keras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(.h5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vremenske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serije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Multi-model vs. Single-model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211FF7-510E-4685-6EFC-EB5B57B601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9608" y="2916687"/>
            <a:ext cx="1247949" cy="1209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89BD91-4060-FBE7-3225-7D40F3FBE4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834" y="4960053"/>
            <a:ext cx="5668166" cy="1867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E558CF-5C33-FF5E-AE06-5720A59AA6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546" y="3042284"/>
            <a:ext cx="1324160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469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38D53-E81B-E14B-06A4-97EAAE8C0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741233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KORISNIČKI INTERFEJS (UI)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87EDF-59D9-2DBC-D23D-F9843223E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247" y="2414619"/>
            <a:ext cx="11538857" cy="3216923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Aplikacija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izbor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podešavanje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tačnosti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pokretanje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simulacije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Greške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prikazuju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kroz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RMSE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predikcije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vizuelno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prikazane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grafikonu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Interfejs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jednostavan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pregledan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prilagođen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korisniku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6289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C4D8-CEDE-F32D-91EA-B7B463CCB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48343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SIMULACIJA: MULTI-MODEL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E122E-64B8-94DC-12BA-1BFC88172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18793"/>
            <a:ext cx="10353762" cy="5539207"/>
          </a:xfrm>
        </p:spPr>
        <p:txBody>
          <a:bodyPr>
            <a:normAutofit/>
          </a:bodyPr>
          <a:lstStyle/>
          <a:p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Predikcija za 2026-01-17</a:t>
            </a:r>
          </a:p>
          <a:p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MAE: 1216.17, Accuracy: 0.0%</a:t>
            </a:r>
          </a:p>
          <a:p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Model: low</a:t>
            </a:r>
          </a:p>
          <a:p>
            <a:r>
              <a:rPr lang="sr-Latn-R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Vizuelni prikaz: crvena vs. plava linija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1E8B0-2DFE-7164-8C99-4BD879640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5886" y="3285028"/>
            <a:ext cx="7736114" cy="3572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024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CC31C-4D23-F6A2-A80D-C6B7EF92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90285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SIMULACIJA: SINGLE-MODEL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86C3A-5028-B72F-34EE-D80A3E5B5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64640"/>
            <a:ext cx="10353762" cy="4668351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Predikcija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MAE: 956.72, Accuracy: 40.0%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Model: single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Zaključak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tačnost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single-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A3DE9D-DC1C-7477-2B0E-ED8E21F240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9143" y="3132967"/>
            <a:ext cx="5442857" cy="372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841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67902-2981-7266-FC38-FD512D15F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63860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ROLLING PREDIKCIJE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BAE5B-BEC0-A274-8C0E-DF2ECACE6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52025"/>
            <a:ext cx="10353762" cy="445689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Period: 2026-01-18 do 2026-01-29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Tačnost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20.0% 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okviru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±30%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korišćenih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danima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(mid, low)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32D215-ABEF-DF06-6BD1-DC044E21E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117" y="3288962"/>
            <a:ext cx="7780998" cy="35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218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CF95-87B3-FB90-7CBB-767E7EE28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78971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STATISTIČKA EVALUACIJA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48274-DDEF-7D9A-AB1C-59C4342D3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979192"/>
            <a:ext cx="10353762" cy="4058751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RMSE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ključne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metrike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Vizuelna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odstupanja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Uloga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prozora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(window=7)</a:t>
            </a:r>
          </a:p>
        </p:txBody>
      </p:sp>
    </p:spTree>
    <p:extLst>
      <p:ext uri="{BB962C8B-B14F-4D97-AF65-F5344CB8AC3E}">
        <p14:creationId xmlns:p14="http://schemas.microsoft.com/office/powerpoint/2010/main" val="200358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2ADA4-8AA0-A0F8-2F51-D6B795D08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61258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PREDNOSTI REŠENJA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CCEF3-C4B7-315A-313B-0ED58D3E7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378065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Automatska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simulacija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Vizuelna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transparentnost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Prilagodljivost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korisniku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43DC67-AC4F-172A-B3D0-E1EF077D5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162" y="3429000"/>
            <a:ext cx="2991267" cy="201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59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F9FF6-8B1C-E787-7DE1-3D0E0BC4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OGRANIČENJA I BUDUĆI RAD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A5212-62FA-C3A3-177A-C4F2C1EE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189650"/>
            <a:ext cx="10353762" cy="3267722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Trenutna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tačnost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niska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Potencijal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dodavanje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sezonskih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faktora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 za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poboljšanje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</a:t>
            </a:r>
          </a:p>
        </p:txBody>
      </p:sp>
    </p:spTree>
    <p:extLst>
      <p:ext uri="{BB962C8B-B14F-4D97-AF65-F5344CB8AC3E}">
        <p14:creationId xmlns:p14="http://schemas.microsoft.com/office/powerpoint/2010/main" val="276411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9F6FC-28E4-884F-19B5-A0218336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0914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ZAKLJUČAK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694A0-8F5C-F8B4-CE73-F9444886C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363551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AccountantAI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pokazuje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primenu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predikciji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dnevnih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troškova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Rezultati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ukazuju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multi-model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single-model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pristupa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Projekat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daje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osnovu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dalja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istraživanja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unapređenja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21AC24-0819-8D63-C2F1-C1ED373C02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71" y="4376195"/>
            <a:ext cx="2772229" cy="248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498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8933B-5A45-8F19-05F5-D60EC9DAD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17714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LITERATURA I IZVORI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101D7-E674-3578-2F15-11A0A84D3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1857828"/>
            <a:ext cx="10353762" cy="4397829"/>
          </a:xfrm>
        </p:spPr>
        <p:txBody>
          <a:bodyPr>
            <a:normAutofit/>
          </a:bodyPr>
          <a:lstStyle/>
          <a:p>
            <a:pPr marL="494100" indent="-457200">
              <a:buFont typeface="+mj-lt"/>
              <a:buAutoNum type="arabi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Knjige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Deep Learning, Pattern Recognition, Forecasting: Principles and Practice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Naučni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radovi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LSTM (Hochreiter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Schmidhuber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Matplotlib, Pandas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Dokumentacija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Python, NumPy, Scikit-learn, TensorFlow,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Keras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sr-Latn-R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410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Online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izvori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Wikipedia, Towards Data Science</a:t>
            </a:r>
          </a:p>
        </p:txBody>
      </p:sp>
    </p:spTree>
    <p:extLst>
      <p:ext uri="{BB962C8B-B14F-4D97-AF65-F5344CB8AC3E}">
        <p14:creationId xmlns:p14="http://schemas.microsoft.com/office/powerpoint/2010/main" val="4250613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7B7B1-7747-622D-CD66-B542FEDEB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711547"/>
            <a:ext cx="10353762" cy="970450"/>
          </a:xfrm>
        </p:spPr>
        <p:txBody>
          <a:bodyPr>
            <a:normAutofit/>
          </a:bodyPr>
          <a:lstStyle/>
          <a:p>
            <a:r>
              <a:rPr lang="sr-Latn-R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HVALA NA PAŽNJI</a:t>
            </a:r>
            <a:endParaRPr lang="en-US" sz="4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7799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102</TotalTime>
  <Words>394</Words>
  <Application>Microsoft Office PowerPoint</Application>
  <PresentationFormat>Widescreen</PresentationFormat>
  <Paragraphs>75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Calisto MT</vt:lpstr>
      <vt:lpstr>Times New Roman</vt:lpstr>
      <vt:lpstr>Wingdings 2</vt:lpstr>
      <vt:lpstr>Slate</vt:lpstr>
      <vt:lpstr>PAMETNI SISTEM ZA PRAĆENJE I OPTIMIZACIJU BUDŽETA</vt:lpstr>
      <vt:lpstr>SADRŽAJ</vt:lpstr>
      <vt:lpstr>MOTIVACIJA I PROBLEM</vt:lpstr>
      <vt:lpstr>OPIS REŠENJA</vt:lpstr>
      <vt:lpstr>TEHNOLOGIJE I ARHITEKTURA</vt:lpstr>
      <vt:lpstr>KORISNIČKI INTERFEJS (UI)</vt:lpstr>
      <vt:lpstr>SIMULACIJA: MULTI-MODEL</vt:lpstr>
      <vt:lpstr>SIMULACIJA: SINGLE-MODEL</vt:lpstr>
      <vt:lpstr>ROLLING PREDIKCIJE</vt:lpstr>
      <vt:lpstr>STATISTIČKA EVALUACIJA</vt:lpstr>
      <vt:lpstr>PREDNOSTI REŠENJA</vt:lpstr>
      <vt:lpstr>OGRANIČENJA I BUDUĆI RAD</vt:lpstr>
      <vt:lpstr>ZAKLJUČAK</vt:lpstr>
      <vt:lpstr>LITERATURA I IZVORI</vt:lpstr>
      <vt:lpstr>HVALA NA PAŽNJI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Bojan Boxon Mitic</dc:creator>
  <cp:lastModifiedBy>Bojan Boxon Mitic</cp:lastModifiedBy>
  <cp:revision>27</cp:revision>
  <dcterms:created xsi:type="dcterms:W3CDTF">2026-01-17T18:29:52Z</dcterms:created>
  <dcterms:modified xsi:type="dcterms:W3CDTF">2026-01-17T20:14:23Z</dcterms:modified>
</cp:coreProperties>
</file>