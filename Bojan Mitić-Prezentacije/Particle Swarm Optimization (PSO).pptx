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CE13-E483-4332-B125-253C659CD3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6F25-B744-45D5-AC83-8C8DFFB2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508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CE13-E483-4332-B125-253C659CD3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6F25-B744-45D5-AC83-8C8DFFB2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80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CE13-E483-4332-B125-253C659CD3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6F25-B744-45D5-AC83-8C8DFFB2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616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CE13-E483-4332-B125-253C659CD3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6F25-B744-45D5-AC83-8C8DFFB2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24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CE13-E483-4332-B125-253C659CD3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6F25-B744-45D5-AC83-8C8DFFB2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9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CE13-E483-4332-B125-253C659CD3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6F25-B744-45D5-AC83-8C8DFFB2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65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CE13-E483-4332-B125-253C659CD3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6F25-B744-45D5-AC83-8C8DFFB2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5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CE13-E483-4332-B125-253C659CD3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6F25-B744-45D5-AC83-8C8DFFB2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19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CE13-E483-4332-B125-253C659CD3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6F25-B744-45D5-AC83-8C8DFFB2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260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CE13-E483-4332-B125-253C659CD3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6F25-B744-45D5-AC83-8C8DFFB2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0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CE13-E483-4332-B125-253C659CD3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6F25-B744-45D5-AC83-8C8DFFB2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915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CE13-E483-4332-B125-253C659CD3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6F25-B744-45D5-AC83-8C8DFFB277F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5021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CE13-E483-4332-B125-253C659CD3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6F25-B744-45D5-AC83-8C8DFFB2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31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CE13-E483-4332-B125-253C659CD3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6F25-B744-45D5-AC83-8C8DFFB2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290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CE13-E483-4332-B125-253C659CD3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6F25-B744-45D5-AC83-8C8DFFB2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011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CE13-E483-4332-B125-253C659CD3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6F25-B744-45D5-AC83-8C8DFFB2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877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CE13-E483-4332-B125-253C659CD3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6F25-B744-45D5-AC83-8C8DFFB2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91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0ECE13-E483-4332-B125-253C659CD34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F6F25-B744-45D5-AC83-8C8DFFB2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572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1CDF1-4E60-2F9B-F592-51325ED514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336885"/>
            <a:ext cx="9001462" cy="179404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 Swarm Optimization (PSO)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8F4EB6-53AB-F7F9-56FD-F71A56169D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347" y="2518610"/>
            <a:ext cx="11181348" cy="4154905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Predmet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Inteligentni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Student:                                                                          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                 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Bojan Miti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ć, br.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ndeksa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1918                                    Prof. dr. Leonid V.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Stoimenov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š,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sr-Latn-RS">
                <a:latin typeface="Times New Roman" panose="02020603050405020304" pitchFamily="18" charset="0"/>
                <a:cs typeface="Times New Roman" panose="02020603050405020304" pitchFamily="18" charset="0"/>
              </a:rPr>
              <a:t>anuar 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2026. Godina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662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17615-FF6A-1955-75EA-1EE6B9457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8" y="-208548"/>
            <a:ext cx="10353761" cy="1326321"/>
          </a:xfrm>
        </p:spPr>
        <p:txBody>
          <a:bodyPr>
            <a:normAutofit/>
          </a:bodyPr>
          <a:lstStyle/>
          <a:p>
            <a:r>
              <a:rPr lang="sr-Latn-R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SAdrŽaj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9C029-33AE-4F94-47B5-BCF772A1E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613" y="914399"/>
            <a:ext cx="10353762" cy="6184232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sr-Latn-R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Naslovni slajd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Sadržaj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Uvod</a:t>
            </a:r>
            <a:r>
              <a:rPr lang="sr-Latn-R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optimizaciju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Biološka inspiracija PSO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Osnovni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PSO</a:t>
            </a:r>
            <a:endParaRPr lang="sr-Latn-R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Matematički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endParaRPr lang="sr-Latn-R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Prednosti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nedostaci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PSO</a:t>
            </a:r>
            <a:endParaRPr lang="sr-Latn-R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Primene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PSO</a:t>
            </a:r>
            <a:endParaRPr lang="sr-Latn-R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Savremeni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trendovi</a:t>
            </a:r>
            <a:endParaRPr lang="sr-Latn-R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Zaključak</a:t>
            </a:r>
            <a:endParaRPr lang="sr-Latn-R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sr-Latn-R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Literatura i izvori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038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BE8B7-E634-006D-E80E-4F3F7CCF5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60422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Uvod u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optimizaciju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97E86-4FA2-D13D-953F-7B9EBD12C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48589"/>
            <a:ext cx="10353762" cy="4948989"/>
          </a:xfrm>
        </p:spPr>
        <p:txBody>
          <a:bodyPr>
            <a:norm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Optimizacija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veštačkoj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inteligenciji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zašto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ključna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primenjuje</a:t>
            </a:r>
            <a:endParaRPr lang="sr-Latn-R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Biološka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inspiracija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ponašanje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ptica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osnova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PSO</a:t>
            </a:r>
            <a:endParaRPr lang="sr-Latn-R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Pozicioniranje PSO: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deo swarm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algoritama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alternativa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genetskim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algoritmima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 optimizacije: Problem → Algoritam → Rešenje</a:t>
            </a:r>
          </a:p>
          <a:p>
            <a:endParaRPr lang="sr-Latn-R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61361C-6DAF-4C24-76F6-AF9F0122E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067" y="4219072"/>
            <a:ext cx="3515216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951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FF7E1-118E-167D-025B-29E349449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72716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Biološka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inspiracija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5DAB5-3F9D-002B-1638-80D13ECC3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189" y="1470699"/>
            <a:ext cx="11074715" cy="525896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PSO je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inspirisan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ponašanjem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jata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ptica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riba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Pojedinci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razmenjuju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informacije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zajedno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cilju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Kolektivno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ponašanje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omogućava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efikasno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pronalaženje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optimalnog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između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istraživanja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prostora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eksploatacije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najboljeg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Biološka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inspiracija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PSO: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jato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ptica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cilju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AD728E-349C-1E4D-AEF6-CD5F8F05E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820" y="3785530"/>
            <a:ext cx="3334215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030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82D41-77E7-2230-91EB-9570E49BF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88758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Osnovni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9808B-B6EA-FA55-DEB5-EE84F6E9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3789"/>
            <a:ext cx="12191999" cy="5125453"/>
          </a:xfrm>
        </p:spPr>
        <p:txBody>
          <a:bodyPr>
            <a:normAutofit lnSpcReduction="10000"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Populacija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čestica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svaka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čestica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predstavlja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potencijalno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Kretanje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kroz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prostor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brzina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Globalno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lokalno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najbolje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između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istraživanja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eksploatacije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Jednostavna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implementacija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broj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parametara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inercija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kognitivna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socijalna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komponenta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Osnovni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PSO: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čestice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prostoru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4584F0-983F-0655-39E7-124098286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225" y="3794068"/>
            <a:ext cx="2676899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386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7A2B1-CF5C-2F37-5C26-DE3A9E3D9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8" y="0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Matematički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2E955-3A12-B93F-861D-0C7044ADC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1326321"/>
            <a:ext cx="12191999" cy="5234901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za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ažuriranje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brzine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𝑣𝑖(𝑡+1)=𝑤⋅𝑣𝑖(𝑡)+𝑐1⋅𝑟1⋅(𝑝𝑏𝑒𝑠𝑡𝑖−𝑥𝑖)+𝑐2⋅𝑟2⋅(𝑔𝑏𝑒𝑠𝑡−𝑥𝑖)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za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ažuriranje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pozicije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𝑥𝑖(𝑡+1)=𝑥𝑖(𝑡)+𝑣𝑖(𝑡+1)</a:t>
            </a: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𝑤 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inercija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𝑐1 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kognitivni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𝑐2 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socijalni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factor, 𝑟1,𝑟2 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slučajne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vrednosti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opsega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[0, 1]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Intuicija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Inercija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zadržava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kretanja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Kognitivni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deo: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povlači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česticu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njenom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ličnom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optimum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Socijalni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deo: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povlači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česticu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najboljem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populaciji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664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9057B-0CBA-C64B-E170-FC8D52CC1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2" y="-144285"/>
            <a:ext cx="10353761" cy="1326321"/>
          </a:xfrm>
        </p:spPr>
        <p:txBody>
          <a:bodyPr/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Matički model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2CA4AB2-D1E7-0AAC-3889-54337DD78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98" y="1182036"/>
            <a:ext cx="12016146" cy="5813840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Brzina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čestice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računa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kombinacijom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inercije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pBest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gBest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što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pozicije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Slika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prikazuje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kako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matematički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PSO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prevodi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kretanje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čestice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kroz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prostor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Kretanje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čestice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zavisi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njenog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ličnog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optimuma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globalnog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optimuma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prethodne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brzine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</a:p>
          <a:p>
            <a:pPr marL="0" indent="0" algn="ctr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Vizuelizacija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matematičkog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PSO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59746A-B7BD-495B-B04D-3D0F16C4D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693" y="3429000"/>
            <a:ext cx="5591955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732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846DA-7A83-5D14-30B2-B03B911DD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49179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Prednosti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nedostaci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E1673-DEE5-5DEB-EC59-CBD68C2A2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3"/>
            <a:ext cx="10845068" cy="4449115"/>
          </a:xfrm>
        </p:spPr>
        <p:txBody>
          <a:bodyPr>
            <a:norm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Prednosti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jednostavan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efikasan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kontinuirane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lako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kombinuje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drugim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metodama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Nedostaci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može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zapadne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lokalni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zavisi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podešavanja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parametara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Uporedna analiza prednosti i ograničenja PSO algoritma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6CB298-3442-0ED2-4947-C0B742346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666" y="3730888"/>
            <a:ext cx="6449325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189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7C666-8A13-A1FF-2FE5-5F09632A3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179050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Primene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7D8E5-7D0F-0A6B-E161-41ED706A1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328906"/>
            <a:ext cx="11117783" cy="5173580"/>
          </a:xfrm>
        </p:spPr>
        <p:txBody>
          <a:bodyPr>
            <a:norm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Optimizacija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funkcija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matematički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benchmark problem</a:t>
            </a: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Mašinsko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učenje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podešavanje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hiperparametara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treniranje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neuronskih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mreža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Inženjerski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dizajn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kontrola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energetska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efikasnost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Fuzzy clustering: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grupisanja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podataka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veza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Valdez et al., 2021)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PSO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praksi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veštačke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inteligencije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inženjeringa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7265F3-C352-A613-1037-7978D3DB6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778" y="3966776"/>
            <a:ext cx="4629796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5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BC178-E51E-F27C-D5D9-99FC88AD1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76463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Savremeni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trendovi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A589D-4C1E-F445-7083-B188A8A82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02784"/>
            <a:ext cx="10353762" cy="4946142"/>
          </a:xfrm>
        </p:spPr>
        <p:txBody>
          <a:bodyPr>
            <a:norm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Klasičan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PSO: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Fiksni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Osnovni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bez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dodatnih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komponenti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Moderni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PSO: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Adaptivni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dinamičko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podešavanje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izvršavanja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Hibridne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kombinacija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genetskim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diferencijalnom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evolucijom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Primene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Big Data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IoT 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distribuiranim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sistemima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202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6FCEC-DE85-091B-F00B-CD3DED20C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0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Zaključak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4BEB1-F9D8-655D-DB9F-D2C717784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774" y="1701748"/>
            <a:ext cx="10353762" cy="345450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 Swarm Optimization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pokazuje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kolektivna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inteligencija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optimalnim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rešenjima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fleksibilan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primenljiv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različitim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realnim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problemima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učenja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saradnje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napretka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Put ka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optimalnom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put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znanja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zajedničkog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F9A5F8-55E4-41B5-DE0E-049AB1E1C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364" y="3685732"/>
            <a:ext cx="3124636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419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E5E9B-3F46-05A4-8756-71A7AAA3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IZVORI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F1F5B-8943-636D-4F54-6F3A0031B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326321"/>
            <a:ext cx="10353762" cy="5849822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Binitha S., Siva Sathya S.  A Survey of Bio inspired Optimization Algorithms, International Journal of Soft Computing and Engineering (IJSCE), Vol. 2, Issue 2, 2012.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Cholavendhan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Selvaraj et al.  A Survey on Application of Bio-Inspired Algorithms, IJCSIT, Vol. 5 (1), 2014, pp. 366–370.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Hammood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W.A., Zamil K.Z., Mubarak Ali A.F.  A Review of Bio-inspired Algorithm, SOFTEC Asia Conference, Kuala Lumpur, 2017.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Valdez F., Castillo O., Melin P.  Bio-Inspired Algorithms and Its Applications for Optimization in Fuzzy Clustering, Algorithms 2021, 14(122).DOI: 10.3390/a14040122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Darwish A.  Bio-inspired computing: Algorithms review, deep analysis, and the scope of applications, Future Computing and Informatics Journal, Vol. 3, Issue 2, 2018, pp. 231–246.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Tzanetos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A., Fister I., Dounias G.  A comprehensive database of Nature-Inspired Algorithms, Data in Brief, Vol. 31, 2020, 105792.DOI: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10.1016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/j.dib.2020.105792</a:t>
            </a:r>
          </a:p>
        </p:txBody>
      </p:sp>
    </p:spTree>
    <p:extLst>
      <p:ext uri="{BB962C8B-B14F-4D97-AF65-F5344CB8AC3E}">
        <p14:creationId xmlns:p14="http://schemas.microsoft.com/office/powerpoint/2010/main" val="3863745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D063F-0686-5BFB-08D3-9ED118976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765839"/>
            <a:ext cx="10353761" cy="132632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Hvala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pažnji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6185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42332"/>
      </a:dk2>
      <a:lt2>
        <a:srgbClr val="EE91A0"/>
      </a:lt2>
      <a:accent1>
        <a:srgbClr val="E03754"/>
      </a:accent1>
      <a:accent2>
        <a:srgbClr val="E86C2E"/>
      </a:accent2>
      <a:accent3>
        <a:srgbClr val="DAB250"/>
      </a:accent3>
      <a:accent4>
        <a:srgbClr val="60C4AA"/>
      </a:accent4>
      <a:accent5>
        <a:srgbClr val="51A9DB"/>
      </a:accent5>
      <a:accent6>
        <a:srgbClr val="976AC9"/>
      </a:accent6>
      <a:hlink>
        <a:srgbClr val="D5445E"/>
      </a:hlink>
      <a:folHlink>
        <a:srgbClr val="E17C8E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6B2E858E-683F-40D9-B4CB-284D097F3AC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188</TotalTime>
  <Words>783</Words>
  <Application>Microsoft Office PowerPoint</Application>
  <PresentationFormat>Widescreen</PresentationFormat>
  <Paragraphs>111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Bookman Old Style</vt:lpstr>
      <vt:lpstr>Rockwell</vt:lpstr>
      <vt:lpstr>Times New Roman</vt:lpstr>
      <vt:lpstr>Wingdings</vt:lpstr>
      <vt:lpstr>Damask</vt:lpstr>
      <vt:lpstr>Particle Swarm Optimization (PSO)</vt:lpstr>
      <vt:lpstr>SAdrŽaj</vt:lpstr>
      <vt:lpstr>Uvod u optimizaciju</vt:lpstr>
      <vt:lpstr>Biološka inspiracija PSO</vt:lpstr>
      <vt:lpstr>Osnovni principi PSO</vt:lpstr>
      <vt:lpstr>Matematički model</vt:lpstr>
      <vt:lpstr>MAteMatički model</vt:lpstr>
      <vt:lpstr>Prednosti i nedostaci PSO</vt:lpstr>
      <vt:lpstr>Primene PSO</vt:lpstr>
      <vt:lpstr>Savremeni trendovi</vt:lpstr>
      <vt:lpstr>Zaključak</vt:lpstr>
      <vt:lpstr>LiteraTURA I IZVORI</vt:lpstr>
      <vt:lpstr>Hvala na pažnji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Bojan Boxon Mitic</dc:creator>
  <cp:lastModifiedBy>Bojan Boxon Mitic</cp:lastModifiedBy>
  <cp:revision>44</cp:revision>
  <dcterms:created xsi:type="dcterms:W3CDTF">2026-01-15T13:14:43Z</dcterms:created>
  <dcterms:modified xsi:type="dcterms:W3CDTF">2026-01-16T17:41:17Z</dcterms:modified>
</cp:coreProperties>
</file>