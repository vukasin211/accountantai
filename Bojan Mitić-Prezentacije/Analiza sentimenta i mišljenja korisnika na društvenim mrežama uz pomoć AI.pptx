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E3A15-94B8-4B00-A3A6-7E04588DB7D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CCE0C-98ED-440F-88D8-9F9A08A7B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013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E3A15-94B8-4B00-A3A6-7E04588DB7D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CCE0C-98ED-440F-88D8-9F9A08A7B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1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E3A15-94B8-4B00-A3A6-7E04588DB7D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CCE0C-98ED-440F-88D8-9F9A08A7B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636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E3A15-94B8-4B00-A3A6-7E04588DB7D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CCE0C-98ED-440F-88D8-9F9A08A7B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42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E3A15-94B8-4B00-A3A6-7E04588DB7D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CCE0C-98ED-440F-88D8-9F9A08A7B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419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E3A15-94B8-4B00-A3A6-7E04588DB7D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CCE0C-98ED-440F-88D8-9F9A08A7B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966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E3A15-94B8-4B00-A3A6-7E04588DB7D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CCE0C-98ED-440F-88D8-9F9A08A7B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920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E3A15-94B8-4B00-A3A6-7E04588DB7D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CCE0C-98ED-440F-88D8-9F9A08A7B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498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E3A15-94B8-4B00-A3A6-7E04588DB7D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CCE0C-98ED-440F-88D8-9F9A08A7B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273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E3A15-94B8-4B00-A3A6-7E04588DB7D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CCE0C-98ED-440F-88D8-9F9A08A7B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475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E3A15-94B8-4B00-A3A6-7E04588DB7D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CCE0C-98ED-440F-88D8-9F9A08A7B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7405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E3A15-94B8-4B00-A3A6-7E04588DB7D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CCE0C-98ED-440F-88D8-9F9A08A7B2C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748936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E3A15-94B8-4B00-A3A6-7E04588DB7D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CCE0C-98ED-440F-88D8-9F9A08A7B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1823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E3A15-94B8-4B00-A3A6-7E04588DB7D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CCE0C-98ED-440F-88D8-9F9A08A7B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584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E3A15-94B8-4B00-A3A6-7E04588DB7D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CCE0C-98ED-440F-88D8-9F9A08A7B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5507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E3A15-94B8-4B00-A3A6-7E04588DB7D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CCE0C-98ED-440F-88D8-9F9A08A7B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3883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E3A15-94B8-4B00-A3A6-7E04588DB7D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CCE0C-98ED-440F-88D8-9F9A08A7B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479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2E3A15-94B8-4B00-A3A6-7E04588DB7D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CCE0C-98ED-440F-88D8-9F9A08A7B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1397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A8BF7-53A0-60C6-FE14-7350A72655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90122"/>
            <a:ext cx="9001462" cy="217910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Analiza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sentimenta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mišljenja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korisnika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društvenim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mrežama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pomoć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4B1391-DC22-92A1-95B8-0CC70C994F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2926" y="2804832"/>
            <a:ext cx="11277600" cy="3573336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redmet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Inteligentni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Student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                                                                    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Mentor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Bojan Miti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br.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indeksa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1918                                      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Prof. dr. Leonid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Stoimenov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š,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anuar 2026. Godina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352814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5DDA6-BEDF-A663-71FD-0F64A07E4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446" y="0"/>
            <a:ext cx="10353761" cy="1326321"/>
          </a:xfrm>
        </p:spPr>
        <p:txBody>
          <a:bodyPr>
            <a:normAutofit/>
          </a:bodyPr>
          <a:lstStyle/>
          <a:p>
            <a:r>
              <a:rPr lang="sr-Latn-R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SADRŽAJ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56AD5-065D-32CF-7B20-85602900E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3" y="1026694"/>
            <a:ext cx="10353762" cy="5662864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sr-Latn-R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Naslovni slajd</a:t>
            </a:r>
          </a:p>
          <a:p>
            <a:pPr marL="457200" indent="-457200">
              <a:buFont typeface="+mj-lt"/>
              <a:buAutoNum type="arabicPeriod"/>
            </a:pPr>
            <a:r>
              <a:rPr lang="sr-Latn-R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Sadržaj</a:t>
            </a:r>
          </a:p>
          <a:p>
            <a:pPr marL="457200" indent="-457200">
              <a:buFont typeface="+mj-lt"/>
              <a:buAutoNum type="arabicPeriod"/>
            </a:pPr>
            <a:r>
              <a:rPr lang="sr-Latn-R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Uvod</a:t>
            </a:r>
          </a:p>
          <a:p>
            <a:pPr marL="457200" indent="-457200">
              <a:buFont typeface="+mj-lt"/>
              <a:buAutoNum type="arabicPeriod"/>
            </a:pPr>
            <a:r>
              <a:rPr lang="sr-Latn-R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Dostupni izvori podataka</a:t>
            </a:r>
          </a:p>
          <a:p>
            <a:pPr marL="457200" indent="-457200">
              <a:buFont typeface="+mj-lt"/>
              <a:buAutoNum type="arabicPeriod"/>
            </a:pPr>
            <a:r>
              <a:rPr lang="sr-Latn-R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Domen – Sentiment analiza društvenih mreža</a:t>
            </a:r>
          </a:p>
          <a:p>
            <a:pPr marL="457200" indent="-457200">
              <a:buFont typeface="+mj-lt"/>
              <a:buAutoNum type="arabicPeriod"/>
            </a:pPr>
            <a:r>
              <a:rPr lang="sr-Latn-R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Konkretni dataset-ovi za sentiment analizu</a:t>
            </a:r>
          </a:p>
          <a:p>
            <a:pPr marL="457200" indent="-457200">
              <a:buFont typeface="+mj-lt"/>
              <a:buAutoNum type="arabicPeriod"/>
            </a:pPr>
            <a:r>
              <a:rPr lang="sr-Latn-R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Zašto je izbor pravog dataset-a važan</a:t>
            </a:r>
          </a:p>
          <a:p>
            <a:pPr marL="457200" indent="-457200">
              <a:buFont typeface="+mj-lt"/>
              <a:buAutoNum type="arabicPeriod"/>
            </a:pPr>
            <a:r>
              <a:rPr lang="sr-Latn-R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Primena sentiment analize</a:t>
            </a:r>
          </a:p>
          <a:p>
            <a:pPr marL="457200" indent="-457200">
              <a:buFont typeface="+mj-lt"/>
              <a:buAutoNum type="arabicPeriod"/>
            </a:pPr>
            <a:r>
              <a:rPr lang="sr-Latn-R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Zaključak</a:t>
            </a:r>
          </a:p>
          <a:p>
            <a:pPr marL="457200" indent="-457200">
              <a:buFont typeface="+mj-lt"/>
              <a:buAutoNum type="arabicPeriod"/>
            </a:pPr>
            <a:r>
              <a:rPr lang="sr-Latn-R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Literatura i izvori</a:t>
            </a:r>
          </a:p>
          <a:p>
            <a:pPr marL="457200" indent="-457200">
              <a:buFont typeface="+mj-lt"/>
              <a:buAutoNum type="arabicPeriod"/>
            </a:pPr>
            <a:endParaRPr lang="sr-Latn-R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sr-Latn-R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598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9C606-108C-CD0F-8292-2DAEDE012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224589"/>
            <a:ext cx="10353761" cy="1326321"/>
          </a:xfrm>
        </p:spPr>
        <p:txBody>
          <a:bodyPr>
            <a:normAutofit/>
          </a:bodyPr>
          <a:lstStyle/>
          <a:p>
            <a:r>
              <a:rPr lang="sr-Latn-R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Uvod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AF886-2501-6B6A-C147-C5D386890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402" y="1214026"/>
            <a:ext cx="10893196" cy="5643974"/>
          </a:xfrm>
        </p:spPr>
        <p:txBody>
          <a:bodyPr>
            <a:norm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Zašto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podaci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važni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AI/ML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projektima</a:t>
            </a:r>
            <a:endParaRPr lang="sr-Latn-R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Uloga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dataset-a 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treniranju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validaciji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testiranju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modela</a:t>
            </a:r>
            <a:endParaRPr lang="sr-Latn-R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Kratak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društvene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mreže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bogat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izvor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podataka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mišljenja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korisnika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Infografika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rastu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podataka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društvenim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mrežama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broj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korisnika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Twittera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Facebooka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4118C5-8D53-43E6-682B-B5423A7B13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8213" y="2919884"/>
            <a:ext cx="3458058" cy="28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287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9FAC3-F324-9BE4-BDC2-41D490F59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95091"/>
            <a:ext cx="10353761" cy="1326321"/>
          </a:xfrm>
        </p:spPr>
        <p:txBody>
          <a:bodyPr>
            <a:normAutofit/>
          </a:bodyPr>
          <a:lstStyle/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Dostupni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izvori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podataka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D8A60-5210-9619-3C8E-A83180672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8" y="1521412"/>
            <a:ext cx="10353762" cy="533658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veliki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broj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dataset-ova za NLP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sentiment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analizu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UCI Machine Learning Repository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klasični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skupovi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podataka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tekstualnu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analizu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Data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portali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(Data.gov, Data.gov.au, Data.gov.rs)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Azure Open Dataset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kolekcije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podataka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 NLP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društvene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mreže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Wikipedia Corpus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WordNet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lingvistički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resursi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C73B41-31F9-58A8-4DC9-24A2E2B3BD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6484" y="4305553"/>
            <a:ext cx="3625516" cy="255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877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D581F-8FD9-C699-483B-FB7B5AD5C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14882"/>
            <a:ext cx="10353761" cy="1326321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Domen – Sentiment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društvenih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mreža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83C38-7ABC-19A8-4B33-2EF74BA90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572126"/>
            <a:ext cx="10652563" cy="5285874"/>
          </a:xfrm>
        </p:spPr>
        <p:txBody>
          <a:bodyPr>
            <a:norm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Zašto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baš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društvene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mreže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ogroman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broj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korisnika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real-time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podaci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raznovrsna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mišljenja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Vrste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podataka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tekstualni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postovi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komentari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reakcije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(like/dislike), hashtag-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Izazovi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šum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podacima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ironija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sarkazam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višeznačnost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jezika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CEEE83-1127-04B6-877F-CA247CA157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573" y="4215063"/>
            <a:ext cx="1343212" cy="13065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9DD1C2-2033-63C2-1611-826AFA6D15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693" y="4134793"/>
            <a:ext cx="2162477" cy="14670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A62F08-656D-BCC6-9847-30EA40B0ED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4646" y="4458688"/>
            <a:ext cx="1114581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341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5FBDA-9834-8EC7-5E0E-458EAC397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56674"/>
            <a:ext cx="10353761" cy="1326321"/>
          </a:xfrm>
        </p:spPr>
        <p:txBody>
          <a:bodyPr>
            <a:normAutofit/>
          </a:bodyPr>
          <a:lstStyle/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Konkretni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dataset-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 sentiment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analizu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19298-2FDC-B584-D583-0A5A68733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086" y="1582995"/>
            <a:ext cx="10765177" cy="5275005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Twitter Sentiment Analysis Dataset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klasifikacija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pozitivno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negativno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neutralno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Sentiment140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1.6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miliona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tweet-ova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oznakama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sentimenta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YouTube Comments Dataset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mišljenja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komentarima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video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sadržaj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Reviews Dataset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korisničke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recenzije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proizvoda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IMDb Movie Reviews Dataset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klasifikacija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sentimenta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filmskim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recenzijama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Primer dataset-a za sentiment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analizu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D24E2F-B9D4-3A1F-F602-8D0B7B910B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7857" y="4393820"/>
            <a:ext cx="3305636" cy="176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901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0FDD5-3344-A48B-8CC1-D5C4C7E83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403639"/>
            <a:ext cx="10353761" cy="1326321"/>
          </a:xfrm>
        </p:spPr>
        <p:txBody>
          <a:bodyPr>
            <a:normAutofit/>
          </a:bodyPr>
          <a:lstStyle/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Zašto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je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izbor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pravog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dataset-a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važan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C406A-8FB5-85E4-8CCB-F155E81B3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29960"/>
            <a:ext cx="10353762" cy="4991682"/>
          </a:xfrm>
        </p:spPr>
        <p:txBody>
          <a:bodyPr>
            <a:norm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Kvalitet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podataka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čisti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strukturirani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podaci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olakšavaju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treniranje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Reprezentativnost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dataset mora da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odražava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korisničke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stavove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Veličina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skupa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veći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skup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podataka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bolja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generalizacija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Raznovrsnost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pokrivanje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različitih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jezika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stilova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komunikacije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Faze rada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dataset-om u AI/ML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projektu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8C3BE2-AD8B-A4BC-CB6C-2132063C87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5750" y="4490252"/>
            <a:ext cx="4829849" cy="47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272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C07F9-6A28-57B6-052F-BB61AB63D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1" cy="1326321"/>
          </a:xfrm>
        </p:spPr>
        <p:txBody>
          <a:bodyPr>
            <a:normAutofit/>
          </a:bodyPr>
          <a:lstStyle/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Primena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sentiment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A5459-5D99-EB54-4811-39848565C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642" y="1326321"/>
            <a:ext cx="11855116" cy="3566521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praćenje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mišljenja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brendu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proizvodu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Politika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javnog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mnjenja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Mediji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detekcija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trendova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reakcija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publike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Korisnička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podrška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automatska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klasifikacija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zadovoljstva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korisnika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64E813-6675-F425-5A28-1166D1D3FF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6890" y="3495206"/>
            <a:ext cx="3115110" cy="336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292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9BC29-54EA-2895-795A-6715E2B5F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403639"/>
            <a:ext cx="10353761" cy="1326321"/>
          </a:xfrm>
        </p:spPr>
        <p:txBody>
          <a:bodyPr>
            <a:normAutofit/>
          </a:bodyPr>
          <a:lstStyle/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Zaključak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FE2CC-A090-B998-A399-82F1A531D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464162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ključna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razumevanje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korisničkog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mišljenja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Postoje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brojni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dostupni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početak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istraživanja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Pravi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izbor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dataset-a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uspešan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AI/ML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projekat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4BAFEC-0962-446B-0310-5748A456B1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8258" y="3685732"/>
            <a:ext cx="3343742" cy="317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211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09646-6E0C-863C-1B78-A526AEABA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Literatura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izvori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4AFB8-47D9-F065-7C9D-8A109AD11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4" y="1935921"/>
            <a:ext cx="10353762" cy="369513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Kaggle, UCI ML Repository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Data.gov, Data.gov.rs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Azure Open Dataset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Sentiment140, IMDb Reviews, Amazon Reviews</a:t>
            </a:r>
          </a:p>
        </p:txBody>
      </p:sp>
    </p:spTree>
    <p:extLst>
      <p:ext uri="{BB962C8B-B14F-4D97-AF65-F5344CB8AC3E}">
        <p14:creationId xmlns:p14="http://schemas.microsoft.com/office/powerpoint/2010/main" val="4006976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6AD05-3ABC-14FC-F3CB-65222DFF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765839"/>
            <a:ext cx="10353761" cy="1326321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HVALA NA PA</a:t>
            </a:r>
            <a:r>
              <a:rPr lang="sr-Latn-R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ŽNJI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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3893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180</TotalTime>
  <Words>438</Words>
  <Application>Microsoft Office PowerPoint</Application>
  <PresentationFormat>Widescreen</PresentationFormat>
  <Paragraphs>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Bookman Old Style</vt:lpstr>
      <vt:lpstr>Rockwell</vt:lpstr>
      <vt:lpstr>Times New Roman</vt:lpstr>
      <vt:lpstr>Damask</vt:lpstr>
      <vt:lpstr>Analiza sentimenta i mišljenja korisnika na društvenim mrežama uz pomoć AI</vt:lpstr>
      <vt:lpstr>SADRŽAJ</vt:lpstr>
      <vt:lpstr>Uvod</vt:lpstr>
      <vt:lpstr>Dostupni izvori podataka</vt:lpstr>
      <vt:lpstr>Domen – Sentiment analiza društvenih mreža</vt:lpstr>
      <vt:lpstr>Konkretni dataset-ovi za sentiment analizu</vt:lpstr>
      <vt:lpstr>Zašto je izbor pravog dataset-a važan</vt:lpstr>
      <vt:lpstr>Primena sentiment analize</vt:lpstr>
      <vt:lpstr>Zaključak</vt:lpstr>
      <vt:lpstr>Literatura i izvori</vt:lpstr>
      <vt:lpstr>HVALA NA PAŽNJI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Bojan Boxon Mitic</dc:creator>
  <cp:lastModifiedBy>Bojan Boxon Mitic</cp:lastModifiedBy>
  <cp:revision>31</cp:revision>
  <dcterms:created xsi:type="dcterms:W3CDTF">2026-01-13T11:46:34Z</dcterms:created>
  <dcterms:modified xsi:type="dcterms:W3CDTF">2026-01-16T17:45:55Z</dcterms:modified>
</cp:coreProperties>
</file>