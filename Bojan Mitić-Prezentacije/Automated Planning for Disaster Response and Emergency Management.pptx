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EE18-2778-415F-97AE-5CDF286F6F39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A1BF8-7085-4DF8-BFAE-6BBBD313B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795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FA1BF8-7085-4DF8-BFAE-6BBBD313B21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365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47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85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944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86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951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612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309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922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84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941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42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75741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98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925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640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85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5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F997F-83D6-4341-A5D3-4AB69EB4FA8C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7B3C5-1AC5-457B-817C-C49545991E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1512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905A-93B5-2834-08AC-DCE11393E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08640"/>
            <a:ext cx="9001462" cy="1952766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Planning for Disaster Response and Emergency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F55ED-A602-3679-1CCE-3AF01FC9D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7941" y="2344847"/>
            <a:ext cx="11479794" cy="4336609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Predmet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Inteligentni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Student:                                                                        Mentor:                                                                  </a:t>
            </a:r>
          </a:p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Bojan Miti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ć, br.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ndeksa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1918                                  Prof. dr.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Leoind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Stoimenov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sr-Latn-R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š,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sr-Latn-RS">
                <a:latin typeface="Times New Roman" panose="02020603050405020304" pitchFamily="18" charset="0"/>
                <a:cs typeface="Times New Roman" panose="02020603050405020304" pitchFamily="18" charset="0"/>
              </a:rPr>
              <a:t>anuar </a:t>
            </a:r>
            <a:r>
              <a:rPr lang="sr-Latn-R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2026. Godina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517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24B51-41EF-03E5-3A0C-1D6EC64A8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-208547"/>
            <a:ext cx="10353761" cy="1326321"/>
          </a:xfrm>
        </p:spPr>
        <p:txBody>
          <a:bodyPr>
            <a:normAutofit/>
          </a:bodyPr>
          <a:lstStyle/>
          <a:p>
            <a:r>
              <a:rPr lang="sr-Latn-R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Sadržaj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1E233-2827-CB04-FB99-77C5AA559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700678"/>
            <a:ext cx="10353762" cy="6157322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sr-Latn-R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Naslovni slajd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Sadržaj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Uvod</a:t>
            </a:r>
            <a:endParaRPr lang="sr-Latn-R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Osnovni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koncepti</a:t>
            </a:r>
            <a:endParaRPr lang="sr-Latn-R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Aktuelni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trendovi</a:t>
            </a:r>
            <a:endParaRPr lang="sr-Latn-R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Primene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kriznim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situacijama</a:t>
            </a:r>
            <a:endParaRPr lang="sr-Latn-R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Realni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primeri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katastrofa</a:t>
            </a:r>
            <a:endParaRPr lang="sr-Latn-R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sr-Latn-R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Tehnološka infrastruktura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Prednosti i izazovi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Budući pravci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Zaključak</a:t>
            </a:r>
          </a:p>
          <a:p>
            <a:pPr marL="457200" indent="-457200">
              <a:buFont typeface="+mj-lt"/>
              <a:buAutoNum type="arabicPeriod"/>
            </a:pPr>
            <a:r>
              <a:rPr lang="sr-Latn-R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Literatura i izvori</a:t>
            </a:r>
          </a:p>
          <a:p>
            <a:pPr marL="457200" indent="-457200">
              <a:buFont typeface="+mj-lt"/>
              <a:buAutoNum type="arabicPeriod"/>
            </a:pPr>
            <a:endParaRPr lang="sr-Latn-R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613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2FCB-EDC9-4E8F-C998-C106B3C3D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76463"/>
            <a:ext cx="10353761" cy="1326321"/>
          </a:xfrm>
        </p:spPr>
        <p:txBody>
          <a:bodyPr>
            <a:normAutofit/>
          </a:bodyPr>
          <a:lstStyle/>
          <a:p>
            <a:r>
              <a:rPr lang="sr-Latn-R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Uvod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B3EDA-EF22-32A4-767A-1F13212F6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502784"/>
            <a:ext cx="10588394" cy="3406101"/>
          </a:xfrm>
        </p:spPr>
        <p:txBody>
          <a:bodyPr>
            <a:norm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Automatsko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planiranje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korišćenje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generisanje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sekvenci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akcija</a:t>
            </a: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Cilj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kriznim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situacijama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brzo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donošenje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odluka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smanjenje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ljudske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greške</a:t>
            </a:r>
            <a:endParaRPr lang="sr-Latn-R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Zašto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važno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katastrofe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zahtevaju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brze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koordinisane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reakcije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31D13A-886A-A852-968C-4EB0D480AC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2204" y="3809575"/>
            <a:ext cx="4629796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833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FAB12-CC14-503B-7C8D-ACF26443A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0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Osnovni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koncepti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BDD797-F598-C94A-106C-AB2012BDA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133816"/>
            <a:ext cx="10700689" cy="5724184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generisanje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postizanje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cilja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raspodela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vremena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izvršenje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plana</a:t>
            </a: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Inteligentni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dronovi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autonomna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vozila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misijama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spašavanja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učenje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optimalnih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kroz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nagrade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kazne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Dijagram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Planiranje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Raspoređivanje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Izvršenje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agentima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F219B8-DC45-C523-3CC2-A4164903B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773" y="3612798"/>
            <a:ext cx="4839375" cy="264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961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EDEB4-C022-4271-E05B-5CB7A178E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545431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Aktuelni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trendovi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19BC3-A41C-C08C-0B0A-09914F7F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197769"/>
            <a:ext cx="11278205" cy="3946358"/>
          </a:xfrm>
        </p:spPr>
        <p:txBody>
          <a:bodyPr>
            <a:noAutofit/>
          </a:bodyPr>
          <a:lstStyle/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Integracija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heuristika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kombinovanje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klasičnog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planiranja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mašinskim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učenjem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Onboard scheduling: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planiranje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direktno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uređaju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(primer: Mars Rover)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decision making: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koji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reaguju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realnom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vremenu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Multi-agent systems: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koordinacija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više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dronova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kriznim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zonama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4261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5A235-CEAC-671D-FA22-97DD72D69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88758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Primene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kriznim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situacijama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0AB1E-D221-5897-CC32-433AF57AE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330" y="1502784"/>
            <a:ext cx="11278205" cy="447317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Mars Rover scheduling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dokaz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AI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može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planirati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nepredvidivim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uslovima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in disaster zones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pretragu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spašavanje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signal control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upravljanje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saobraćajem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tokom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evakuacije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AUV path planning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autonomna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podvodna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vozila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spasavanje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transport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management systems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koordinacija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bolnica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vatrogasnih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službi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policije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036991-C0B5-18F1-5E09-6448A2F95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4808" y="4545478"/>
            <a:ext cx="1581371" cy="990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3FE5A0-9617-6496-2B4F-ABE91D6AA4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957" y="4545478"/>
            <a:ext cx="1076475" cy="16956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6B95F0-7A3C-C018-6CD9-E636B86305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7467" y="4545478"/>
            <a:ext cx="4534533" cy="232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913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76ED0-6C2F-A72B-A810-F90B61666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176464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Realni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primeri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katastrofa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A47F6F-428C-AD60-45F6-C36DED65F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26" y="1855711"/>
            <a:ext cx="11839074" cy="427237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Hurricane Katrina (2005)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koordinaciji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raspodeli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pandemija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(2020)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potreba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automatizovanim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planiranjem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bolničkih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kapaciteta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Poplave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Srbiji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(2014)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primer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 AI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planiranje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ubrzalo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evakuaciju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raspodelu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pomoći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3E4DF7-095A-111C-A5AC-E89D15257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358" y="4102768"/>
            <a:ext cx="3673642" cy="275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807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8EF2E-4496-2DBE-1086-00D693EF9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2716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Tehnološka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infrastruktura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9E1D9-8A6E-27BA-60BE-AD21852AF6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2098668"/>
            <a:ext cx="10353762" cy="3416969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senzori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prikupljanje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podataka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realnom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vremenu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skladištenje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obradu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podataka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Dronovi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izvršioci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planova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Softverske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platforme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krizni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menadžment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1153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4E7A8-9ACF-ED91-22D7-E63D9D3D3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2716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Prednosti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izazovi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F7327F-95D5-F990-8579-1A77FC13B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128148"/>
            <a:ext cx="10353762" cy="427265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Prednosti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izazovi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automatskog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planiranja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kriznim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situacijama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D21898-ADC3-1E3E-508C-49B6660B2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329" y="2142945"/>
            <a:ext cx="5496692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64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B6FB7-242F-0C42-A0BC-2D013CB68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-80211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Budući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pravci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96BB5-AF30-02BD-3EEC-7C5CFB6C7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24894"/>
            <a:ext cx="10668605" cy="525896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+ IoT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senzori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pametni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gradovi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automatskim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kriznim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planiranjem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twins: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simulacije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katastrofa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testiranje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planova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AI: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transparentnost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odluka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kriznim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sistemima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Globalne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mreže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povezivanje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različitih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zemalja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službi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kroz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D44572-D986-54D6-568B-36E965107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7835" y="3476153"/>
            <a:ext cx="4944165" cy="338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054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03EFA-D998-AEC7-99CC-C17280E0E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25641"/>
            <a:ext cx="10353761" cy="1326321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Zaključak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52F78-D65D-90B2-52C0-03AB0A734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2131272"/>
            <a:ext cx="10353762" cy="4689469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Automatsko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planiranje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ključ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efikasno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upravljanje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katastrofama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Kombinacija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robotike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planiranja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omogućava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brzu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sigurnu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reakciju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Budućnost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pametni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prevenciju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odgovor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katastrofe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B5D0B8-EC9F-29B8-F523-ACF7032D64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937" y="4137084"/>
            <a:ext cx="3834063" cy="2758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08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E7E13-DF6A-BE5D-02C1-6FB1A6EAB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Literatura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izvori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B1209-4F90-CF84-098A-E22756B31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393576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LinkedIn: AI for Planning &amp; Scheduling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AAAI: Reinforcement Learning for Classical Planning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NASA: Onboard Automated Scheduling for Mars 2020 Rover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Annual Review: Automated Planning for Robotics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Srce.hr: Traffic Signals Control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ScienceDirect: Path Planning for AUV</a:t>
            </a:r>
          </a:p>
        </p:txBody>
      </p:sp>
    </p:spTree>
    <p:extLst>
      <p:ext uri="{BB962C8B-B14F-4D97-AF65-F5344CB8AC3E}">
        <p14:creationId xmlns:p14="http://schemas.microsoft.com/office/powerpoint/2010/main" val="1086447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2871E-7859-1DEB-1D66-36043069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765839"/>
            <a:ext cx="10353761" cy="1326321"/>
          </a:xfrm>
        </p:spPr>
        <p:txBody>
          <a:bodyPr>
            <a:normAutofit/>
          </a:bodyPr>
          <a:lstStyle/>
          <a:p>
            <a:r>
              <a:rPr lang="sr-Latn-R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Hvala na pažnji 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514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6D8C60"/>
      </a:dk2>
      <a:lt2>
        <a:srgbClr val="B1D7A1"/>
      </a:lt2>
      <a:accent1>
        <a:srgbClr val="81B992"/>
      </a:accent1>
      <a:accent2>
        <a:srgbClr val="9ABC65"/>
      </a:accent2>
      <a:accent3>
        <a:srgbClr val="BDB564"/>
      </a:accent3>
      <a:accent4>
        <a:srgbClr val="BD8964"/>
      </a:accent4>
      <a:accent5>
        <a:srgbClr val="BD6466"/>
      </a:accent5>
      <a:accent6>
        <a:srgbClr val="64A4BD"/>
      </a:accent6>
      <a:hlink>
        <a:srgbClr val="8CCC71"/>
      </a:hlink>
      <a:folHlink>
        <a:srgbClr val="A4C795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4539428D-6454-4FE6-B992-2D59F0AC2F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222</TotalTime>
  <Words>467</Words>
  <Application>Microsoft Office PowerPoint</Application>
  <PresentationFormat>Widescreen</PresentationFormat>
  <Paragraphs>82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Bookman Old Style</vt:lpstr>
      <vt:lpstr>Calibri</vt:lpstr>
      <vt:lpstr>Rockwell</vt:lpstr>
      <vt:lpstr>Times New Roman</vt:lpstr>
      <vt:lpstr>Damask</vt:lpstr>
      <vt:lpstr>Automated Planning for Disaster Response and Emergency Management</vt:lpstr>
      <vt:lpstr>Sadržaj</vt:lpstr>
      <vt:lpstr>Uvod</vt:lpstr>
      <vt:lpstr>Osnovni koncepti</vt:lpstr>
      <vt:lpstr>Aktuelni trendovi</vt:lpstr>
      <vt:lpstr>Primene u kriznim situacijama</vt:lpstr>
      <vt:lpstr>Realni primeri katastrofa</vt:lpstr>
      <vt:lpstr>Tehnološka infrastruktura</vt:lpstr>
      <vt:lpstr>Prednosti I izazovi</vt:lpstr>
      <vt:lpstr>Budući pravci</vt:lpstr>
      <vt:lpstr>Zaključak</vt:lpstr>
      <vt:lpstr>Literatura I izvori</vt:lpstr>
      <vt:lpstr>Hvala na pažnji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Bojan Boxon Mitic</dc:creator>
  <cp:lastModifiedBy>Bojan Boxon Mitic</cp:lastModifiedBy>
  <cp:revision>22</cp:revision>
  <dcterms:created xsi:type="dcterms:W3CDTF">2026-01-15T16:13:44Z</dcterms:created>
  <dcterms:modified xsi:type="dcterms:W3CDTF">2026-01-16T16:51:48Z</dcterms:modified>
</cp:coreProperties>
</file>